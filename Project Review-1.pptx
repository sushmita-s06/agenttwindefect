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ppireddy amulya" userId="693c92a9dc48b925" providerId="LiveId" clId="{F864AA67-07D6-4AE6-B56F-031C4FB9D98B}"/>
    <pc:docChg chg="custSel modSld">
      <pc:chgData name="kuppireddy amulya" userId="693c92a9dc48b925" providerId="LiveId" clId="{F864AA67-07D6-4AE6-B56F-031C4FB9D98B}" dt="2026-08-19T14:33:34.734" v="49" actId="1076"/>
      <pc:docMkLst>
        <pc:docMk/>
      </pc:docMkLst>
      <pc:sldChg chg="addSp delSp modSp mod">
        <pc:chgData name="kuppireddy amulya" userId="693c92a9dc48b925" providerId="LiveId" clId="{F864AA67-07D6-4AE6-B56F-031C4FB9D98B}" dt="2026-08-19T14:33:34.734" v="49" actId="1076"/>
        <pc:sldMkLst>
          <pc:docMk/>
          <pc:sldMk cId="4118855268" sldId="260"/>
        </pc:sldMkLst>
        <pc:spChg chg="mod">
          <ac:chgData name="kuppireddy amulya" userId="693c92a9dc48b925" providerId="LiveId" clId="{F864AA67-07D6-4AE6-B56F-031C4FB9D98B}" dt="2026-08-19T14:33:23.796" v="47" actId="20577"/>
          <ac:spMkLst>
            <pc:docMk/>
            <pc:sldMk cId="4118855268" sldId="260"/>
            <ac:spMk id="2" creationId="{3F0303AA-CEE8-2513-1736-59CB3A5EF8E4}"/>
          </ac:spMkLst>
        </pc:spChg>
        <pc:picChg chg="add del mod modCrop">
          <ac:chgData name="kuppireddy amulya" userId="693c92a9dc48b925" providerId="LiveId" clId="{F864AA67-07D6-4AE6-B56F-031C4FB9D98B}" dt="2026-08-19T14:32:38.014" v="24" actId="21"/>
          <ac:picMkLst>
            <pc:docMk/>
            <pc:sldMk cId="4118855268" sldId="260"/>
            <ac:picMk id="3" creationId="{A1C841C5-9243-831D-E6D1-C692D897BB1E}"/>
          </ac:picMkLst>
        </pc:picChg>
        <pc:picChg chg="add mod modCrop">
          <ac:chgData name="kuppireddy amulya" userId="693c92a9dc48b925" providerId="LiveId" clId="{F864AA67-07D6-4AE6-B56F-031C4FB9D98B}" dt="2026-08-19T14:33:34.734" v="49" actId="1076"/>
          <ac:picMkLst>
            <pc:docMk/>
            <pc:sldMk cId="4118855268" sldId="260"/>
            <ac:picMk id="6" creationId="{5F30C0EF-1523-3BE4-7AB0-39031384A9F3}"/>
          </ac:picMkLst>
        </pc:picChg>
      </pc:sldChg>
      <pc:sldChg chg="delSp modSp mod">
        <pc:chgData name="kuppireddy amulya" userId="693c92a9dc48b925" providerId="LiveId" clId="{F864AA67-07D6-4AE6-B56F-031C4FB9D98B}" dt="2026-08-19T14:23:20.741" v="4" actId="14100"/>
        <pc:sldMkLst>
          <pc:docMk/>
          <pc:sldMk cId="2747969496" sldId="707"/>
        </pc:sldMkLst>
        <pc:spChg chg="mod">
          <ac:chgData name="kuppireddy amulya" userId="693c92a9dc48b925" providerId="LiveId" clId="{F864AA67-07D6-4AE6-B56F-031C4FB9D98B}" dt="2026-08-19T14:23:13.003" v="3" actId="14100"/>
          <ac:spMkLst>
            <pc:docMk/>
            <pc:sldMk cId="2747969496" sldId="707"/>
            <ac:spMk id="22" creationId="{6C792DA3-F484-948A-E346-F158FE24CE3F}"/>
          </ac:spMkLst>
        </pc:spChg>
        <pc:spChg chg="del">
          <ac:chgData name="kuppireddy amulya" userId="693c92a9dc48b925" providerId="LiveId" clId="{F864AA67-07D6-4AE6-B56F-031C4FB9D98B}" dt="2026-08-19T14:21:51.170" v="0" actId="21"/>
          <ac:spMkLst>
            <pc:docMk/>
            <pc:sldMk cId="2747969496" sldId="707"/>
            <ac:spMk id="24" creationId="{957E2443-43F4-3FA3-6C83-796D6B456220}"/>
          </ac:spMkLst>
        </pc:spChg>
        <pc:grpChg chg="mod">
          <ac:chgData name="kuppireddy amulya" userId="693c92a9dc48b925" providerId="LiveId" clId="{F864AA67-07D6-4AE6-B56F-031C4FB9D98B}" dt="2026-08-19T14:23:20.741" v="4" actId="14100"/>
          <ac:grpSpMkLst>
            <pc:docMk/>
            <pc:sldMk cId="2747969496" sldId="707"/>
            <ac:grpSpMk id="8" creationId="{B25CDE63-8DDC-4AC4-7713-9D89D6D0F4B1}"/>
          </ac:grpSpMkLst>
        </pc:gr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" qsCatId="3D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19044B-B5AF-477C-950C-4ED51263438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61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3 October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3 October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3 October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3 October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3 October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Thursday, August 19</a:t>
            </a:r>
            <a:r>
              <a:rPr lang="en-IN" sz="2000" b="1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2026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9794178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K.AMULYA – 2420090132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P.SAHASRA – 2420090128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S.SUSHMITA – 2420090076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38424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Srikanth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Cherukuvada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1C3D7-1A78-437F-8E79-FA9F45001D93}" type="datetime3">
              <a:rPr lang="en-US" b="1" smtClean="0"/>
              <a:t>3 October 2026</a:t>
            </a:fld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RTOS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dirty="0" err="1">
                <a:solidFill>
                  <a:schemeClr val="tx2">
                    <a:lumMod val="10000"/>
                    <a:lumOff val="90000"/>
                  </a:schemeClr>
                </a:solidFill>
              </a:rPr>
              <a:t>AgentTwinDefect</a:t>
            </a:r>
            <a:r>
              <a:rPr lang="en-IN" sz="2800" dirty="0">
                <a:solidFill>
                  <a:schemeClr val="tx2">
                    <a:lumMod val="10000"/>
                    <a:lumOff val="90000"/>
                  </a:schemeClr>
                </a:solidFill>
              </a:rPr>
              <a:t> AI: An Agentic Digital Twin Platform for Real-Time Hidden Defect Prediction in Smart Manufacturing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lumMod val="10000"/>
                  <a:lumOff val="9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BBD2AD-CA4B-40B7-B7F6-5A567EB7E4C0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 October 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Ph.D. Viva Voce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Research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55728" cy="4053428"/>
            <a:chOff x="1929643" y="1656655"/>
            <a:chExt cx="6755728" cy="430066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44872" y="3268904"/>
              <a:ext cx="4267376" cy="101890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Gap Analysis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0464" y="3768744"/>
              <a:ext cx="4374693" cy="926855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Novelty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40752" y="4346827"/>
              <a:ext cx="4529560" cy="99488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 Feasibility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41544" y="4981484"/>
              <a:ext cx="4824996" cy="97583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123628" y="2256989"/>
              <a:ext cx="3886200" cy="666227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Statement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340389" y="2788047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869377-38CF-CD2A-BF42-44F946126A3F}"/>
              </a:ext>
            </a:extLst>
          </p:cNvPr>
          <p:cNvSpPr txBox="1"/>
          <p:nvPr/>
        </p:nvSpPr>
        <p:spPr>
          <a:xfrm>
            <a:off x="802105" y="1794899"/>
            <a:ext cx="1041297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manufacturing systems detect defects late, causing waste, rework, and downtime. Digital Twin and AI tools help with monitoring and prediction, but they rarely combine real-time defect prediction, root-cause analysis, and corrective-action selection.</a:t>
            </a:r>
          </a:p>
          <a:p>
            <a:r>
              <a:rPr lang="en-I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AgentTwinDefect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solves this by using an agentic Digital Twin that continuously monitors data, predicts defects, investigates causes, and recommends the best corrective action.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533A27-2783-F98C-CFA1-893D3DA93641}"/>
              </a:ext>
            </a:extLst>
          </p:cNvPr>
          <p:cNvSpPr txBox="1"/>
          <p:nvPr/>
        </p:nvSpPr>
        <p:spPr>
          <a:xfrm>
            <a:off x="706118" y="1556739"/>
            <a:ext cx="109153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Digital Twin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manufacturing process for real-time monitoring.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and process sensor/process data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temperature, vibration, speed and pressure.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emerging/hidden defects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ML models.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AI agents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defect analysis and root-cause identification.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corrective actions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Digital Twin.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the best corrective action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predicted outcomes.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 real-time dashboard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monitoring, alerts and explanations.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2772679"/>
              </p:ext>
            </p:extLst>
          </p:nvPr>
        </p:nvGraphicFramePr>
        <p:xfrm>
          <a:off x="700217" y="484803"/>
          <a:ext cx="9829760" cy="569976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919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93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22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93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19479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4215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327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 et al. (2025)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Generative and Predictive AI for Digital Twin Systems in Manufacturing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AI-enabled DT using Generative AI + Predictive AI; sensor-based defect prediction in welding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proactive defect detection, predictive quality and virtual testing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Agentic AI, explainability and context-aware AI are proposed mainly as future extensions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implementation is partial.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76276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Collao et al. (2025)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Agentic AI-based Architecture for Digital Twins Specialized in Predictive Maintenance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+ anomaly detection + multi-agent system with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PdM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QA agents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Agents can detect abnormal behaviour and evaluate parameter changes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Highlights unresolved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quality, system integration and real-time responsiveness 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challenges.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04378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Ullah et al. (2025)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Transforming Manufacturing Quality Management with Cognitive Twins: A Data-Driven, Predictive Approach to Real-Time Optimization of Quality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Cognitive Twin + ML + real-time manufacturing quality data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quality, reduced defects/scrap and enabled proactive quality management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predictive approaches still have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adaptability 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changing production conditions.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  <a:tr h="762768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Alfattani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</a:t>
                      </a:r>
                      <a:r>
                        <a:rPr lang="en-I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Hotami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(2026)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Twin-driven Multiscale Modelling for Real-Time Defect Prediction in Metal Additive Manufacturing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DT + PINN + CNN-LSTM + IoT + edge/fog/cloud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Achieved real-time defect prediction for LPBF with high detection performance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Validation is focused on 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LPBF, </a:t>
                      </a:r>
                      <a:r>
                        <a:rPr lang="en-I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the approach is computationally complex; agent-based reasoning is not incorporated.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35515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3772686" y="-76427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E01C552-33C0-5E2F-7672-43E476E8BEBA}"/>
              </a:ext>
            </a:extLst>
          </p:cNvPr>
          <p:cNvSpPr txBox="1"/>
          <p:nvPr/>
        </p:nvSpPr>
        <p:spPr>
          <a:xfrm>
            <a:off x="970752" y="1448724"/>
            <a:ext cx="1065195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Digital Twin systems can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defects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often lack autonomous reasoning for determining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the defect may occur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Agentic Digital Twin research focuses more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maintenance/equipment behaviour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hidden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product-defect prediction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approaches have challenges in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integration, adaptability and data quality.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limited end-to-end integration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defect prediction → root-cause analysis → virtual corrective-action testing → decision recommendation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Gap: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adaptive agentic Digital Twin that not only predicts emerging product defects but also reasons about their causes and evaluates corrective actions in real time.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75CBF4-0872-A996-824D-852855C10217}"/>
              </a:ext>
            </a:extLst>
          </p:cNvPr>
          <p:cNvSpPr txBox="1"/>
          <p:nvPr/>
        </p:nvSpPr>
        <p:spPr>
          <a:xfrm>
            <a:off x="867509" y="1781033"/>
            <a:ext cx="10378829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Closed-Loop Quality Intelligence</a:t>
            </a:r>
          </a:p>
          <a:p>
            <a:pPr>
              <a:buNone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Our novelty is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simply "AI + Digital Twin."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→ Predict → Diagnose → Simulate → Recommend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ML identifies potential hidden defect.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agent determines probable root cause.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Digital Twin tests possible corrective actions.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Decision agent selects the most suitable action.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learns from subsequent process outcomes.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7150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       CHART FOR EACH PHASE OF YOUR PROJECT SHOULD BE THERE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pencil-drawn 15-week project timeline with six clearly separated phases and time labels">
            <a:extLst>
              <a:ext uri="{FF2B5EF4-FFF2-40B4-BE49-F238E27FC236}">
                <a16:creationId xmlns:a16="http://schemas.microsoft.com/office/drawing/2014/main" id="{5F30C0EF-1523-3BE4-7AB0-39031384A9F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73" b="12393"/>
          <a:stretch>
            <a:fillRect/>
          </a:stretch>
        </p:blipFill>
        <p:spPr>
          <a:xfrm>
            <a:off x="1381398" y="1602153"/>
            <a:ext cx="9221582" cy="4306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</TotalTime>
  <Words>685</Words>
  <Application>Microsoft Office PowerPoint</Application>
  <PresentationFormat>Widescreen</PresentationFormat>
  <Paragraphs>98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Sushmita S</cp:lastModifiedBy>
  <cp:revision>35</cp:revision>
  <dcterms:created xsi:type="dcterms:W3CDTF">2026-08-08T06:33:56Z</dcterms:created>
  <dcterms:modified xsi:type="dcterms:W3CDTF">2026-10-03T03:30:19Z</dcterms:modified>
</cp:coreProperties>
</file>